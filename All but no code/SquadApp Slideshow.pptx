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embeddedFontLst>
    <p:embeddedFont>
      <p:font typeface="Calibri" panose="020F0502020204030204" pitchFamily="34" charset="0"/>
      <p:regular r:id="rId9"/>
      <p:bold r:id="rId10"/>
      <p:italic r:id="rId11"/>
      <p:boldItalic r:id="rId12"/>
    </p:embeddedFont>
    <p:embeddedFont>
      <p:font typeface="Poppins" pitchFamily="2" charset="77"/>
      <p:regular r:id="rId13"/>
      <p:bold r:id="rId14"/>
      <p:italic r:id="rId15"/>
      <p:boldItalic r:id="rId1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94722"/>
  </p:normalViewPr>
  <p:slideViewPr>
    <p:cSldViewPr snapToGrid="0">
      <p:cViewPr varScale="1">
        <p:scale>
          <a:sx n="118" d="100"/>
          <a:sy n="118" d="100"/>
        </p:scale>
        <p:origin x="552" y="20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8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font" Target="fonts/font7.fntdata"/><Relationship Id="rId10" Type="http://schemas.openxmlformats.org/officeDocument/2006/relationships/font" Target="fonts/font2.fntdata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png"/><Relationship Id="rId18" Type="http://schemas.openxmlformats.org/officeDocument/2006/relationships/image" Target="../media/image25.png"/><Relationship Id="rId26" Type="http://schemas.openxmlformats.org/officeDocument/2006/relationships/image" Target="../media/image33.png"/><Relationship Id="rId3" Type="http://schemas.openxmlformats.org/officeDocument/2006/relationships/image" Target="../media/image1.png"/><Relationship Id="rId21" Type="http://schemas.openxmlformats.org/officeDocument/2006/relationships/image" Target="../media/image28.png"/><Relationship Id="rId7" Type="http://schemas.openxmlformats.org/officeDocument/2006/relationships/image" Target="../media/image14.png"/><Relationship Id="rId12" Type="http://schemas.openxmlformats.org/officeDocument/2006/relationships/image" Target="../media/image19.png"/><Relationship Id="rId17" Type="http://schemas.openxmlformats.org/officeDocument/2006/relationships/image" Target="../media/image24.png"/><Relationship Id="rId25" Type="http://schemas.openxmlformats.org/officeDocument/2006/relationships/image" Target="../media/image32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23.png"/><Relationship Id="rId20" Type="http://schemas.openxmlformats.org/officeDocument/2006/relationships/image" Target="../media/image2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24" Type="http://schemas.openxmlformats.org/officeDocument/2006/relationships/image" Target="../media/image31.png"/><Relationship Id="rId5" Type="http://schemas.openxmlformats.org/officeDocument/2006/relationships/image" Target="../media/image12.png"/><Relationship Id="rId15" Type="http://schemas.openxmlformats.org/officeDocument/2006/relationships/image" Target="../media/image22.png"/><Relationship Id="rId23" Type="http://schemas.openxmlformats.org/officeDocument/2006/relationships/image" Target="../media/image30.png"/><Relationship Id="rId28" Type="http://schemas.openxmlformats.org/officeDocument/2006/relationships/image" Target="../media/image35.png"/><Relationship Id="rId10" Type="http://schemas.openxmlformats.org/officeDocument/2006/relationships/image" Target="../media/image17.png"/><Relationship Id="rId19" Type="http://schemas.openxmlformats.org/officeDocument/2006/relationships/image" Target="../media/image26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Relationship Id="rId14" Type="http://schemas.openxmlformats.org/officeDocument/2006/relationships/image" Target="../media/image21.png"/><Relationship Id="rId22" Type="http://schemas.openxmlformats.org/officeDocument/2006/relationships/image" Target="../media/image29.png"/><Relationship Id="rId27" Type="http://schemas.openxmlformats.org/officeDocument/2006/relationships/image" Target="../media/image3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1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Relationship Id="rId9" Type="http://schemas.openxmlformats.org/officeDocument/2006/relationships/image" Target="../media/image4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1.png"/><Relationship Id="rId7" Type="http://schemas.openxmlformats.org/officeDocument/2006/relationships/image" Target="../media/image38.png"/><Relationship Id="rId12" Type="http://schemas.openxmlformats.org/officeDocument/2006/relationships/image" Target="../media/image4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11" Type="http://schemas.openxmlformats.org/officeDocument/2006/relationships/image" Target="../media/image46.png"/><Relationship Id="rId5" Type="http://schemas.openxmlformats.org/officeDocument/2006/relationships/image" Target="../media/image37.png"/><Relationship Id="rId10" Type="http://schemas.openxmlformats.org/officeDocument/2006/relationships/image" Target="../media/image45.png"/><Relationship Id="rId4" Type="http://schemas.openxmlformats.org/officeDocument/2006/relationships/image" Target="../media/image42.png"/><Relationship Id="rId9" Type="http://schemas.openxmlformats.org/officeDocument/2006/relationships/image" Target="../media/image4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C14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500538" y="1683097"/>
            <a:ext cx="1190625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/>
          <p:cNvSpPr txBox="1"/>
          <p:nvPr/>
        </p:nvSpPr>
        <p:spPr>
          <a:xfrm>
            <a:off x="3762118" y="2826097"/>
            <a:ext cx="4667700" cy="98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375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Squad</a:t>
            </a:r>
            <a:r>
              <a:rPr lang="en-US" sz="6375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App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3873251" y="4188172"/>
            <a:ext cx="4445347" cy="45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50" b="0" i="0" u="none" strike="noStrike" cap="none">
                <a:solidFill>
                  <a:srgbClr val="CBD5E1"/>
                </a:solidFill>
                <a:latin typeface="Times"/>
                <a:ea typeface="Times"/>
                <a:cs typeface="Times"/>
                <a:sym typeface="Times"/>
              </a:rPr>
              <a:t>"Find your next teammates."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3873251" y="4927252"/>
            <a:ext cx="4445347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IDO BEN BASSAT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C14"/>
        </a:solidFill>
        <a:effectLst/>
      </p:bgPr>
    </p:bg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90525" y="2737544"/>
            <a:ext cx="5514975" cy="2097137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86500" y="2737544"/>
            <a:ext cx="5514975" cy="2097137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4"/>
          <p:cNvSpPr txBox="1"/>
          <p:nvPr/>
        </p:nvSpPr>
        <p:spPr>
          <a:xfrm>
            <a:off x="771525" y="3175694"/>
            <a:ext cx="4990623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22C55E"/>
                </a:solidFill>
                <a:latin typeface="Poppins"/>
                <a:ea typeface="Poppins"/>
                <a:cs typeface="Poppins"/>
                <a:sym typeface="Poppins"/>
              </a:rPr>
              <a:t>The Problem</a:t>
            </a:r>
            <a:endParaRPr/>
          </a:p>
        </p:txBody>
      </p:sp>
      <p:sp>
        <p:nvSpPr>
          <p:cNvPr id="97" name="Google Shape;97;p14"/>
          <p:cNvSpPr txBox="1"/>
          <p:nvPr/>
        </p:nvSpPr>
        <p:spPr>
          <a:xfrm>
            <a:off x="771525" y="3661469"/>
            <a:ext cx="4752975" cy="639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Discord and WhatsApp groups are flooded with noise. Gamers spend too much time searching and filtering for players who want to play specific modes or ranks.</a:t>
            </a:r>
            <a:endParaRPr/>
          </a:p>
        </p:txBody>
      </p:sp>
      <p:sp>
        <p:nvSpPr>
          <p:cNvPr id="98" name="Google Shape;98;p14"/>
          <p:cNvSpPr txBox="1"/>
          <p:nvPr/>
        </p:nvSpPr>
        <p:spPr>
          <a:xfrm>
            <a:off x="6667500" y="3175694"/>
            <a:ext cx="49905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22C55E"/>
                </a:solidFill>
                <a:latin typeface="Poppins"/>
                <a:ea typeface="Poppins"/>
                <a:cs typeface="Poppins"/>
                <a:sym typeface="Poppins"/>
              </a:rPr>
              <a:t>The Squad</a:t>
            </a:r>
            <a:r>
              <a:rPr lang="en-US" sz="1800" b="1">
                <a:solidFill>
                  <a:srgbClr val="22C55E"/>
                </a:solidFill>
                <a:latin typeface="Poppins"/>
                <a:ea typeface="Poppins"/>
                <a:cs typeface="Poppins"/>
                <a:sym typeface="Poppins"/>
              </a:rPr>
              <a:t>App</a:t>
            </a:r>
            <a:r>
              <a:rPr lang="en-US" sz="1800" b="1" i="0" u="none" strike="noStrike" cap="none">
                <a:solidFill>
                  <a:srgbClr val="22C55E"/>
                </a:solidFill>
                <a:latin typeface="Poppins"/>
                <a:ea typeface="Poppins"/>
                <a:cs typeface="Poppins"/>
                <a:sym typeface="Poppins"/>
              </a:rPr>
              <a:t> Edge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6667500" y="3661469"/>
            <a:ext cx="4752975" cy="639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 precision-driven platform for instant team matching. We focus on mode-specific rooms and cross-game social persistence to get you in the game faster.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581025" y="295275"/>
            <a:ext cx="11610975" cy="5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A855F7"/>
                </a:solidFill>
                <a:latin typeface="Poppins"/>
                <a:ea typeface="Poppins"/>
                <a:cs typeface="Poppins"/>
                <a:sym typeface="Poppins"/>
              </a:rPr>
              <a:t>Market Need &amp; Solution</a:t>
            </a:r>
            <a:endParaRPr/>
          </a:p>
        </p:txBody>
      </p:sp>
      <p:sp>
        <p:nvSpPr>
          <p:cNvPr id="101" name="Google Shape;101;p14"/>
          <p:cNvSpPr/>
          <p:nvPr/>
        </p:nvSpPr>
        <p:spPr>
          <a:xfrm>
            <a:off x="390525" y="295275"/>
            <a:ext cx="95250" cy="52387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C14"/>
        </a:solidFill>
        <a:effectLst/>
      </p:bgPr>
    </p:bg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90525" y="2772816"/>
            <a:ext cx="3676650" cy="202674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257675" y="2772816"/>
            <a:ext cx="3676650" cy="202674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4825" y="2772816"/>
            <a:ext cx="3676650" cy="202674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7700" y="3029991"/>
            <a:ext cx="419100" cy="333375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15"/>
          <p:cNvSpPr txBox="1"/>
          <p:nvPr/>
        </p:nvSpPr>
        <p:spPr>
          <a:xfrm>
            <a:off x="647700" y="3477666"/>
            <a:ext cx="3320415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22C55E"/>
                </a:solidFill>
                <a:latin typeface="Poppins"/>
                <a:ea typeface="Poppins"/>
                <a:cs typeface="Poppins"/>
                <a:sym typeface="Poppins"/>
              </a:rPr>
              <a:t>Core Features</a:t>
            </a:r>
            <a:endParaRPr/>
          </a:p>
        </p:txBody>
      </p:sp>
      <p:sp>
        <p:nvSpPr>
          <p:cNvPr id="112" name="Google Shape;112;p15"/>
          <p:cNvSpPr txBox="1"/>
          <p:nvPr/>
        </p:nvSpPr>
        <p:spPr>
          <a:xfrm>
            <a:off x="647700" y="3963441"/>
            <a:ext cx="3162300" cy="4265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Mode-based room discovery, persistent friend lists, and custom catalogs.</a:t>
            </a:r>
            <a:endParaRPr/>
          </a:p>
        </p:txBody>
      </p:sp>
      <p:pic>
        <p:nvPicPr>
          <p:cNvPr id="113" name="Google Shape;113;p15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514850" y="3029991"/>
            <a:ext cx="295275" cy="333375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5"/>
          <p:cNvSpPr txBox="1"/>
          <p:nvPr/>
        </p:nvSpPr>
        <p:spPr>
          <a:xfrm>
            <a:off x="4514850" y="3477666"/>
            <a:ext cx="3320415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22C55E"/>
                </a:solidFill>
                <a:latin typeface="Poppins"/>
                <a:ea typeface="Poppins"/>
                <a:cs typeface="Poppins"/>
                <a:sym typeface="Poppins"/>
              </a:rPr>
              <a:t>Backend Stack</a:t>
            </a:r>
            <a:endParaRPr/>
          </a:p>
        </p:txBody>
      </p:sp>
      <p:sp>
        <p:nvSpPr>
          <p:cNvPr id="115" name="Google Shape;115;p15"/>
          <p:cNvSpPr txBox="1"/>
          <p:nvPr/>
        </p:nvSpPr>
        <p:spPr>
          <a:xfrm>
            <a:off x="4514850" y="3963441"/>
            <a:ext cx="3162300" cy="4265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Built on </a:t>
            </a:r>
            <a:r>
              <a:rPr lang="en-US" sz="1200" b="1" i="0" u="none" strike="noStrike" cap="none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Firebase</a:t>
            </a:r>
            <a:r>
              <a:rPr lang="en-US" sz="1200" b="0" i="0" u="none" strike="noStrike" cap="none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for scalable Authentication and high-performance Data Storage.</a:t>
            </a:r>
            <a:endParaRPr/>
          </a:p>
        </p:txBody>
      </p:sp>
      <p:pic>
        <p:nvPicPr>
          <p:cNvPr id="116" name="Google Shape;116;p15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382000" y="3029991"/>
            <a:ext cx="419100" cy="333375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15"/>
          <p:cNvSpPr txBox="1"/>
          <p:nvPr/>
        </p:nvSpPr>
        <p:spPr>
          <a:xfrm>
            <a:off x="8382000" y="3477666"/>
            <a:ext cx="3320415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22C55E"/>
                </a:solidFill>
                <a:latin typeface="Poppins"/>
                <a:ea typeface="Poppins"/>
                <a:cs typeface="Poppins"/>
                <a:sym typeface="Poppins"/>
              </a:rPr>
              <a:t>Server Usage</a:t>
            </a:r>
            <a:endParaRPr/>
          </a:p>
        </p:txBody>
      </p:sp>
      <p:sp>
        <p:nvSpPr>
          <p:cNvPr id="118" name="Google Shape;118;p15"/>
          <p:cNvSpPr txBox="1"/>
          <p:nvPr/>
        </p:nvSpPr>
        <p:spPr>
          <a:xfrm>
            <a:off x="8382000" y="3963441"/>
            <a:ext cx="3162300" cy="4265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Managing secure user authentication, profile data management, and friend relationship mapping.</a:t>
            </a:r>
            <a:endParaRPr/>
          </a:p>
        </p:txBody>
      </p:sp>
      <p:sp>
        <p:nvSpPr>
          <p:cNvPr id="119" name="Google Shape;119;p15"/>
          <p:cNvSpPr txBox="1"/>
          <p:nvPr/>
        </p:nvSpPr>
        <p:spPr>
          <a:xfrm>
            <a:off x="581025" y="295275"/>
            <a:ext cx="11610975" cy="5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A855F7"/>
                </a:solidFill>
                <a:latin typeface="Poppins"/>
                <a:ea typeface="Poppins"/>
                <a:cs typeface="Poppins"/>
                <a:sym typeface="Poppins"/>
              </a:rPr>
              <a:t>Infrastructure &amp; Capabilities</a:t>
            </a:r>
            <a:endParaRPr/>
          </a:p>
        </p:txBody>
      </p:sp>
      <p:sp>
        <p:nvSpPr>
          <p:cNvPr id="120" name="Google Shape;120;p15"/>
          <p:cNvSpPr/>
          <p:nvPr/>
        </p:nvSpPr>
        <p:spPr>
          <a:xfrm>
            <a:off x="390525" y="295275"/>
            <a:ext cx="95250" cy="52387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C14"/>
        </a:solid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Google Shape;125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20225" y="120860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" name="Google Shape;126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99800" y="3228438"/>
            <a:ext cx="1524000" cy="600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" name="Google Shape;127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6880748" flipH="1">
            <a:off x="4764486" y="3624277"/>
            <a:ext cx="2585627" cy="43094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" name="Google Shape;128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620250" y="3214988"/>
            <a:ext cx="1524000" cy="600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857500" y="1940450"/>
            <a:ext cx="2667000" cy="400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p16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2857500" y="2613825"/>
            <a:ext cx="2667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16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2857488" y="3337975"/>
            <a:ext cx="2667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16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2857488" y="4103700"/>
            <a:ext cx="2667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16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2857488" y="4790500"/>
            <a:ext cx="2667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p16" descr="image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6667488" y="1905000"/>
            <a:ext cx="2667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p16" descr="image.png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6667488" y="2600325"/>
            <a:ext cx="2667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6" name="Google Shape;136;p16" descr="image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6667475" y="3348038"/>
            <a:ext cx="2667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7" name="Google Shape;137;p16" descr="image.png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6667488" y="4095750"/>
            <a:ext cx="2667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" name="Google Shape;138;p16" descr="image.png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6667488" y="4780975"/>
            <a:ext cx="2667000" cy="400050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16"/>
          <p:cNvSpPr/>
          <p:nvPr/>
        </p:nvSpPr>
        <p:spPr>
          <a:xfrm>
            <a:off x="9334500" y="3505425"/>
            <a:ext cx="285900" cy="192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6"/>
          <p:cNvSpPr/>
          <p:nvPr/>
        </p:nvSpPr>
        <p:spPr>
          <a:xfrm>
            <a:off x="10372725" y="3828525"/>
            <a:ext cx="19200" cy="5238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1" name="Google Shape;141;p16" descr="image.png"/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3498793" y="2073800"/>
            <a:ext cx="133350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16" descr="image.png"/>
          <p:cNvPicPr preferRelativeResize="0"/>
          <p:nvPr/>
        </p:nvPicPr>
        <p:blipFill rotWithShape="1">
          <a:blip r:embed="rId18">
            <a:alphaModFix/>
          </a:blip>
          <a:srcRect/>
          <a:stretch/>
        </p:blipFill>
        <p:spPr>
          <a:xfrm>
            <a:off x="4138612" y="2354788"/>
            <a:ext cx="104775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6" descr="image.png"/>
          <p:cNvPicPr preferRelativeResize="0"/>
          <p:nvPr/>
        </p:nvPicPr>
        <p:blipFill rotWithShape="1">
          <a:blip r:embed="rId19">
            <a:alphaModFix/>
          </a:blip>
          <a:srcRect/>
          <a:stretch/>
        </p:blipFill>
        <p:spPr>
          <a:xfrm>
            <a:off x="3479750" y="2737650"/>
            <a:ext cx="133350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6" descr="image.png"/>
          <p:cNvPicPr preferRelativeResize="0"/>
          <p:nvPr/>
        </p:nvPicPr>
        <p:blipFill rotWithShape="1">
          <a:blip r:embed="rId18">
            <a:alphaModFix/>
          </a:blip>
          <a:srcRect/>
          <a:stretch/>
        </p:blipFill>
        <p:spPr>
          <a:xfrm>
            <a:off x="4138612" y="3052225"/>
            <a:ext cx="104775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6" descr="image.png"/>
          <p:cNvPicPr preferRelativeResize="0"/>
          <p:nvPr/>
        </p:nvPicPr>
        <p:blipFill rotWithShape="1">
          <a:blip r:embed="rId20">
            <a:alphaModFix/>
          </a:blip>
          <a:srcRect/>
          <a:stretch/>
        </p:blipFill>
        <p:spPr>
          <a:xfrm>
            <a:off x="3489265" y="3461800"/>
            <a:ext cx="152400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16" descr="image.png"/>
          <p:cNvPicPr preferRelativeResize="0"/>
          <p:nvPr/>
        </p:nvPicPr>
        <p:blipFill rotWithShape="1">
          <a:blip r:embed="rId18">
            <a:alphaModFix/>
          </a:blip>
          <a:srcRect/>
          <a:stretch/>
        </p:blipFill>
        <p:spPr>
          <a:xfrm>
            <a:off x="4138612" y="3800900"/>
            <a:ext cx="104775" cy="133350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16"/>
          <p:cNvSpPr txBox="1"/>
          <p:nvPr/>
        </p:nvSpPr>
        <p:spPr>
          <a:xfrm>
            <a:off x="1131800" y="3252300"/>
            <a:ext cx="11430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Friends List</a:t>
            </a:r>
            <a:endParaRPr/>
          </a:p>
        </p:txBody>
      </p:sp>
      <p:pic>
        <p:nvPicPr>
          <p:cNvPr id="148" name="Google Shape;148;p16" descr="image.png"/>
          <p:cNvPicPr preferRelativeResize="0"/>
          <p:nvPr/>
        </p:nvPicPr>
        <p:blipFill rotWithShape="1">
          <a:blip r:embed="rId21">
            <a:alphaModFix/>
          </a:blip>
          <a:srcRect/>
          <a:stretch/>
        </p:blipFill>
        <p:spPr>
          <a:xfrm>
            <a:off x="3498798" y="4227525"/>
            <a:ext cx="133350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16" descr="image.png"/>
          <p:cNvPicPr preferRelativeResize="0"/>
          <p:nvPr/>
        </p:nvPicPr>
        <p:blipFill rotWithShape="1">
          <a:blip r:embed="rId18">
            <a:alphaModFix/>
          </a:blip>
          <a:srcRect/>
          <a:stretch/>
        </p:blipFill>
        <p:spPr>
          <a:xfrm>
            <a:off x="4138612" y="4570925"/>
            <a:ext cx="104775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0" name="Google Shape;150;p16" descr="image.png"/>
          <p:cNvPicPr preferRelativeResize="0"/>
          <p:nvPr/>
        </p:nvPicPr>
        <p:blipFill rotWithShape="1">
          <a:blip r:embed="rId22">
            <a:alphaModFix/>
          </a:blip>
          <a:srcRect/>
          <a:stretch/>
        </p:blipFill>
        <p:spPr>
          <a:xfrm>
            <a:off x="3479750" y="4914325"/>
            <a:ext cx="171450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1" name="Google Shape;151;p16" descr="image.png"/>
          <p:cNvPicPr preferRelativeResize="0"/>
          <p:nvPr/>
        </p:nvPicPr>
        <p:blipFill rotWithShape="1">
          <a:blip r:embed="rId23">
            <a:alphaModFix/>
          </a:blip>
          <a:srcRect/>
          <a:stretch/>
        </p:blipFill>
        <p:spPr>
          <a:xfrm rot="-3383107">
            <a:off x="6520039" y="2250887"/>
            <a:ext cx="213242" cy="3411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" name="Google Shape;152;p16" descr="image.png"/>
          <p:cNvPicPr preferRelativeResize="0"/>
          <p:nvPr/>
        </p:nvPicPr>
        <p:blipFill rotWithShape="1">
          <a:blip r:embed="rId24">
            <a:alphaModFix/>
          </a:blip>
          <a:srcRect/>
          <a:stretch/>
        </p:blipFill>
        <p:spPr>
          <a:xfrm>
            <a:off x="7310735" y="1228725"/>
            <a:ext cx="133350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16" descr="image.png"/>
          <p:cNvPicPr preferRelativeResize="0"/>
          <p:nvPr/>
        </p:nvPicPr>
        <p:blipFill rotWithShape="1">
          <a:blip r:embed="rId18">
            <a:alphaModFix/>
          </a:blip>
          <a:srcRect/>
          <a:stretch/>
        </p:blipFill>
        <p:spPr>
          <a:xfrm>
            <a:off x="7948625" y="2333625"/>
            <a:ext cx="104775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16" descr="image.png"/>
          <p:cNvPicPr preferRelativeResize="0"/>
          <p:nvPr/>
        </p:nvPicPr>
        <p:blipFill rotWithShape="1">
          <a:blip r:embed="rId25">
            <a:alphaModFix/>
          </a:blip>
          <a:srcRect/>
          <a:stretch/>
        </p:blipFill>
        <p:spPr>
          <a:xfrm>
            <a:off x="7486651" y="2724150"/>
            <a:ext cx="171450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 descr="image.png"/>
          <p:cNvPicPr preferRelativeResize="0"/>
          <p:nvPr/>
        </p:nvPicPr>
        <p:blipFill rotWithShape="1">
          <a:blip r:embed="rId18">
            <a:alphaModFix/>
          </a:blip>
          <a:srcRect/>
          <a:stretch/>
        </p:blipFill>
        <p:spPr>
          <a:xfrm>
            <a:off x="7948612" y="3000375"/>
            <a:ext cx="104775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p16" descr="image.png"/>
          <p:cNvPicPr preferRelativeResize="0"/>
          <p:nvPr/>
        </p:nvPicPr>
        <p:blipFill rotWithShape="1">
          <a:blip r:embed="rId26">
            <a:alphaModFix/>
          </a:blip>
          <a:srcRect/>
          <a:stretch/>
        </p:blipFill>
        <p:spPr>
          <a:xfrm>
            <a:off x="7301208" y="3471863"/>
            <a:ext cx="152400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16" descr="image.png"/>
          <p:cNvPicPr preferRelativeResize="0"/>
          <p:nvPr/>
        </p:nvPicPr>
        <p:blipFill rotWithShape="1">
          <a:blip r:embed="rId18">
            <a:alphaModFix/>
          </a:blip>
          <a:srcRect/>
          <a:stretch/>
        </p:blipFill>
        <p:spPr>
          <a:xfrm>
            <a:off x="7948612" y="3800900"/>
            <a:ext cx="104775" cy="133350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16"/>
          <p:cNvSpPr txBox="1"/>
          <p:nvPr/>
        </p:nvSpPr>
        <p:spPr>
          <a:xfrm>
            <a:off x="9802425" y="3254925"/>
            <a:ext cx="1220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Create Room</a:t>
            </a:r>
            <a:endParaRPr/>
          </a:p>
        </p:txBody>
      </p:sp>
      <p:pic>
        <p:nvPicPr>
          <p:cNvPr id="159" name="Google Shape;159;p16" descr="image.png"/>
          <p:cNvPicPr preferRelativeResize="0"/>
          <p:nvPr/>
        </p:nvPicPr>
        <p:blipFill rotWithShape="1">
          <a:blip r:embed="rId27">
            <a:alphaModFix/>
          </a:blip>
          <a:srcRect/>
          <a:stretch/>
        </p:blipFill>
        <p:spPr>
          <a:xfrm>
            <a:off x="7395269" y="4219575"/>
            <a:ext cx="171450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16" descr="image.png"/>
          <p:cNvPicPr preferRelativeResize="0"/>
          <p:nvPr/>
        </p:nvPicPr>
        <p:blipFill rotWithShape="1">
          <a:blip r:embed="rId18">
            <a:alphaModFix/>
          </a:blip>
          <a:srcRect/>
          <a:stretch/>
        </p:blipFill>
        <p:spPr>
          <a:xfrm>
            <a:off x="7948612" y="4570925"/>
            <a:ext cx="104775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p16" descr="image.png"/>
          <p:cNvPicPr preferRelativeResize="0"/>
          <p:nvPr/>
        </p:nvPicPr>
        <p:blipFill rotWithShape="1">
          <a:blip r:embed="rId28">
            <a:alphaModFix/>
          </a:blip>
          <a:srcRect/>
          <a:stretch/>
        </p:blipFill>
        <p:spPr>
          <a:xfrm>
            <a:off x="7414330" y="4914325"/>
            <a:ext cx="133350" cy="133350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16"/>
          <p:cNvSpPr txBox="1"/>
          <p:nvPr/>
        </p:nvSpPr>
        <p:spPr>
          <a:xfrm>
            <a:off x="581025" y="295275"/>
            <a:ext cx="11610975" cy="5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A855F7"/>
                </a:solidFill>
                <a:latin typeface="Poppins"/>
                <a:ea typeface="Poppins"/>
                <a:cs typeface="Poppins"/>
                <a:sym typeface="Poppins"/>
              </a:rPr>
              <a:t>Application Flowchart (Game-Agnostic)</a:t>
            </a:r>
            <a:endParaRPr/>
          </a:p>
        </p:txBody>
      </p:sp>
      <p:sp>
        <p:nvSpPr>
          <p:cNvPr id="163" name="Google Shape;163;p16"/>
          <p:cNvSpPr/>
          <p:nvPr/>
        </p:nvSpPr>
        <p:spPr>
          <a:xfrm>
            <a:off x="390525" y="295275"/>
            <a:ext cx="95250" cy="52387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6"/>
          <p:cNvSpPr/>
          <p:nvPr/>
        </p:nvSpPr>
        <p:spPr>
          <a:xfrm>
            <a:off x="2423800" y="3505425"/>
            <a:ext cx="433800" cy="192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6"/>
          <p:cNvSpPr/>
          <p:nvPr/>
        </p:nvSpPr>
        <p:spPr>
          <a:xfrm>
            <a:off x="9334475" y="4342725"/>
            <a:ext cx="1057500" cy="192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C14"/>
        </a:solidFill>
        <a:effectLst/>
      </p:bgPr>
    </p:bg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0" name="Google Shape;170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95275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1" name="Google Shape;171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90525" y="2452836"/>
            <a:ext cx="3644800" cy="2666553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273450" y="2452836"/>
            <a:ext cx="3644949" cy="2666553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38175" y="2700486"/>
            <a:ext cx="476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17"/>
          <p:cNvSpPr txBox="1"/>
          <p:nvPr/>
        </p:nvSpPr>
        <p:spPr>
          <a:xfrm>
            <a:off x="1257300" y="2810023"/>
            <a:ext cx="1470183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Login / Register</a:t>
            </a:r>
            <a:endParaRPr/>
          </a:p>
        </p:txBody>
      </p:sp>
      <p:sp>
        <p:nvSpPr>
          <p:cNvPr id="177" name="Google Shape;177;p17"/>
          <p:cNvSpPr txBox="1"/>
          <p:nvPr/>
        </p:nvSpPr>
        <p:spPr>
          <a:xfrm>
            <a:off x="5140225" y="2810023"/>
            <a:ext cx="1908483" cy="4231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1350" b="1" i="0" u="none" strike="noStrike" cap="none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Home Dashboard</a:t>
            </a:r>
            <a:endParaRPr lang="en-US"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180" name="Google Shape;180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62000" y="2824311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81" name="Google Shape;181;p17"/>
          <p:cNvSpPr txBox="1"/>
          <p:nvPr/>
        </p:nvSpPr>
        <p:spPr>
          <a:xfrm>
            <a:off x="781050" y="3519636"/>
            <a:ext cx="3006625" cy="4265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Fields:</a:t>
            </a:r>
            <a:r>
              <a:rPr lang="en-US" sz="1200" b="0" i="0" u="none" strike="noStrike" cap="none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Email/Username &amp; Password inputs for secure access.</a:t>
            </a:r>
            <a:endParaRPr/>
          </a:p>
        </p:txBody>
      </p:sp>
      <p:sp>
        <p:nvSpPr>
          <p:cNvPr id="182" name="Google Shape;182;p17"/>
          <p:cNvSpPr txBox="1"/>
          <p:nvPr/>
        </p:nvSpPr>
        <p:spPr>
          <a:xfrm>
            <a:off x="781050" y="4041427"/>
            <a:ext cx="3006625" cy="4265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Buttons:</a:t>
            </a:r>
            <a:r>
              <a:rPr lang="en-US" sz="1200" b="0" i="0" u="none" strike="noStrike" cap="none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Distinct "Login" and "Register" actions.</a:t>
            </a:r>
            <a:endParaRPr/>
          </a:p>
        </p:txBody>
      </p:sp>
      <p:sp>
        <p:nvSpPr>
          <p:cNvPr id="183" name="Google Shape;183;p17"/>
          <p:cNvSpPr txBox="1"/>
          <p:nvPr/>
        </p:nvSpPr>
        <p:spPr>
          <a:xfrm>
            <a:off x="781050" y="4563219"/>
            <a:ext cx="3006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17"/>
          <p:cNvSpPr txBox="1"/>
          <p:nvPr/>
        </p:nvSpPr>
        <p:spPr>
          <a:xfrm>
            <a:off x="4663975" y="3519636"/>
            <a:ext cx="3006774" cy="258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 dirty="0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Greeting:</a:t>
            </a:r>
            <a:r>
              <a:rPr lang="en-US" sz="1200" b="0" i="0" u="none" strike="noStrike" cap="none" dirty="0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Personalized welcome message.</a:t>
            </a:r>
            <a:endParaRPr lang="en-US" sz="1200" dirty="0"/>
          </a:p>
        </p:txBody>
      </p:sp>
      <p:sp>
        <p:nvSpPr>
          <p:cNvPr id="186" name="Google Shape;186;p17"/>
          <p:cNvSpPr txBox="1"/>
          <p:nvPr/>
        </p:nvSpPr>
        <p:spPr>
          <a:xfrm>
            <a:off x="4663975" y="4041427"/>
            <a:ext cx="3006774" cy="603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 dirty="0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Navigation:</a:t>
            </a:r>
            <a:r>
              <a:rPr lang="en-US" sz="1400" b="0" i="0" u="none" strike="noStrike" cap="none" dirty="0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Quick links to Friends and game selection</a:t>
            </a:r>
            <a:endParaRPr lang="en-US" dirty="0"/>
          </a:p>
        </p:txBody>
      </p:sp>
      <p:sp>
        <p:nvSpPr>
          <p:cNvPr id="190" name="Google Shape;190;p17"/>
          <p:cNvSpPr txBox="1"/>
          <p:nvPr/>
        </p:nvSpPr>
        <p:spPr>
          <a:xfrm>
            <a:off x="8547050" y="3828157"/>
            <a:ext cx="3006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p17"/>
          <p:cNvSpPr txBox="1"/>
          <p:nvPr/>
        </p:nvSpPr>
        <p:spPr>
          <a:xfrm>
            <a:off x="638175" y="3519636"/>
            <a:ext cx="47625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A855F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›</a:t>
            </a:r>
            <a:endParaRPr/>
          </a:p>
        </p:txBody>
      </p:sp>
      <p:sp>
        <p:nvSpPr>
          <p:cNvPr id="193" name="Google Shape;193;p17"/>
          <p:cNvSpPr txBox="1"/>
          <p:nvPr/>
        </p:nvSpPr>
        <p:spPr>
          <a:xfrm>
            <a:off x="638175" y="4041427"/>
            <a:ext cx="47625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A855F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›</a:t>
            </a:r>
            <a:endParaRPr/>
          </a:p>
        </p:txBody>
      </p:sp>
      <p:sp>
        <p:nvSpPr>
          <p:cNvPr id="196" name="Google Shape;196;p17"/>
          <p:cNvSpPr txBox="1"/>
          <p:nvPr/>
        </p:nvSpPr>
        <p:spPr>
          <a:xfrm>
            <a:off x="4521100" y="4563219"/>
            <a:ext cx="47625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98" name="Google Shape;198;p17"/>
          <p:cNvSpPr txBox="1"/>
          <p:nvPr/>
        </p:nvSpPr>
        <p:spPr>
          <a:xfrm>
            <a:off x="8404175" y="3828157"/>
            <a:ext cx="47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" name="Google Shape;200;p17"/>
          <p:cNvSpPr txBox="1"/>
          <p:nvPr/>
        </p:nvSpPr>
        <p:spPr>
          <a:xfrm>
            <a:off x="581025" y="295275"/>
            <a:ext cx="11610975" cy="5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A855F7"/>
                </a:solidFill>
                <a:latin typeface="Poppins"/>
                <a:ea typeface="Poppins"/>
                <a:cs typeface="Poppins"/>
                <a:sym typeface="Poppins"/>
              </a:rPr>
              <a:t>Application Walkthrough: Part 1</a:t>
            </a:r>
            <a:endParaRPr/>
          </a:p>
        </p:txBody>
      </p:sp>
      <p:sp>
        <p:nvSpPr>
          <p:cNvPr id="201" name="Google Shape;201;p17"/>
          <p:cNvSpPr/>
          <p:nvPr/>
        </p:nvSpPr>
        <p:spPr>
          <a:xfrm>
            <a:off x="390525" y="295275"/>
            <a:ext cx="95250" cy="52387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188;p17" descr="image.png">
            <a:extLst>
              <a:ext uri="{FF2B5EF4-FFF2-40B4-BE49-F238E27FC236}">
                <a16:creationId xmlns:a16="http://schemas.microsoft.com/office/drawing/2014/main" id="{11898ACA-3D91-122C-7078-98CE1F343218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582595" y="2838598"/>
            <a:ext cx="25717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Google Shape;178;p17" descr="image.png">
            <a:extLst>
              <a:ext uri="{FF2B5EF4-FFF2-40B4-BE49-F238E27FC236}">
                <a16:creationId xmlns:a16="http://schemas.microsoft.com/office/drawing/2014/main" id="{59C183B8-846C-E67E-C285-1E92A5E768AF}"/>
              </a:ext>
            </a:extLst>
          </p:cNvPr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4482977" y="2748111"/>
            <a:ext cx="476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CD8E401-4D20-CB2F-D5B2-D7E6C31788E5}"/>
              </a:ext>
            </a:extLst>
          </p:cNvPr>
          <p:cNvSpPr txBox="1"/>
          <p:nvPr/>
        </p:nvSpPr>
        <p:spPr>
          <a:xfrm>
            <a:off x="4425850" y="4005134"/>
            <a:ext cx="6096000" cy="3604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 dirty="0">
                <a:solidFill>
                  <a:srgbClr val="22C55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›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006D81-F284-ED3B-0972-9A153DC89FDF}"/>
              </a:ext>
            </a:extLst>
          </p:cNvPr>
          <p:cNvSpPr txBox="1"/>
          <p:nvPr/>
        </p:nvSpPr>
        <p:spPr>
          <a:xfrm>
            <a:off x="4425850" y="3385956"/>
            <a:ext cx="3340000" cy="3604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 dirty="0">
                <a:solidFill>
                  <a:srgbClr val="22C55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›</a:t>
            </a: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C14"/>
        </a:solidFill>
        <a:effectLst/>
      </p:bgPr>
    </p:bg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90525" y="2186136"/>
            <a:ext cx="3644800" cy="266655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273450" y="2186136"/>
            <a:ext cx="3644949" cy="266655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18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56525" y="2186136"/>
            <a:ext cx="3644800" cy="266655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18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38175" y="2433786"/>
            <a:ext cx="476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18"/>
          <p:cNvSpPr txBox="1"/>
          <p:nvPr/>
        </p:nvSpPr>
        <p:spPr>
          <a:xfrm>
            <a:off x="1257300" y="2543323"/>
            <a:ext cx="1500187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Friends &amp; Social</a:t>
            </a:r>
            <a:endParaRPr/>
          </a:p>
        </p:txBody>
      </p:sp>
      <p:pic>
        <p:nvPicPr>
          <p:cNvPr id="212" name="Google Shape;212;p18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521100" y="2433786"/>
            <a:ext cx="476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18"/>
          <p:cNvSpPr txBox="1"/>
          <p:nvPr/>
        </p:nvSpPr>
        <p:spPr>
          <a:xfrm>
            <a:off x="5140225" y="2543323"/>
            <a:ext cx="1810226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Rooms &amp; Discovery</a:t>
            </a:r>
            <a:endParaRPr/>
          </a:p>
        </p:txBody>
      </p:sp>
      <p:pic>
        <p:nvPicPr>
          <p:cNvPr id="214" name="Google Shape;214;p18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404175" y="2433786"/>
            <a:ext cx="476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15" name="Google Shape;215;p18"/>
          <p:cNvSpPr txBox="1"/>
          <p:nvPr/>
        </p:nvSpPr>
        <p:spPr>
          <a:xfrm>
            <a:off x="9023300" y="2543323"/>
            <a:ext cx="1480185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Lobby &amp; Create</a:t>
            </a:r>
            <a:endParaRPr/>
          </a:p>
        </p:txBody>
      </p:sp>
      <p:pic>
        <p:nvPicPr>
          <p:cNvPr id="216" name="Google Shape;216;p18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733425" y="2557611"/>
            <a:ext cx="28575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p18"/>
          <p:cNvSpPr txBox="1"/>
          <p:nvPr/>
        </p:nvSpPr>
        <p:spPr>
          <a:xfrm>
            <a:off x="781050" y="3252936"/>
            <a:ext cx="3006625" cy="213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Search:</a:t>
            </a:r>
            <a:r>
              <a:rPr lang="en-US" sz="1200" b="0" i="0" u="none" strike="noStrike" cap="none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Find users by name.</a:t>
            </a:r>
            <a:endParaRPr/>
          </a:p>
        </p:txBody>
      </p:sp>
      <p:sp>
        <p:nvSpPr>
          <p:cNvPr id="218" name="Google Shape;218;p18"/>
          <p:cNvSpPr txBox="1"/>
          <p:nvPr/>
        </p:nvSpPr>
        <p:spPr>
          <a:xfrm>
            <a:off x="781050" y="3561457"/>
            <a:ext cx="30066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List View:</a:t>
            </a:r>
            <a:r>
              <a:rPr lang="en-US" sz="1200" b="0" i="0" u="none" strike="noStrike" cap="none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Name</a:t>
            </a:r>
            <a:r>
              <a:rPr lang="en-US" sz="1200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  <a:endParaRPr/>
          </a:p>
        </p:txBody>
      </p:sp>
      <p:sp>
        <p:nvSpPr>
          <p:cNvPr id="219" name="Google Shape;219;p18"/>
          <p:cNvSpPr txBox="1"/>
          <p:nvPr/>
        </p:nvSpPr>
        <p:spPr>
          <a:xfrm>
            <a:off x="781050" y="4083248"/>
            <a:ext cx="3006625" cy="4265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Tabs:</a:t>
            </a:r>
            <a:r>
              <a:rPr lang="en-US" sz="1200" b="0" i="0" u="none" strike="noStrike" cap="none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Toggle between "Friends" list and "Friend Requests".</a:t>
            </a:r>
            <a:endParaRPr/>
          </a:p>
        </p:txBody>
      </p:sp>
      <p:pic>
        <p:nvPicPr>
          <p:cNvPr id="220" name="Google Shape;220;p18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4644925" y="2557611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18"/>
          <p:cNvSpPr txBox="1"/>
          <p:nvPr/>
        </p:nvSpPr>
        <p:spPr>
          <a:xfrm>
            <a:off x="4663975" y="3252936"/>
            <a:ext cx="3006774" cy="258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 dirty="0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Mode Select:</a:t>
            </a:r>
            <a:r>
              <a:rPr lang="en-US" sz="1200" b="0" i="0" u="none" strike="noStrike" cap="none" dirty="0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Choose game mode.</a:t>
            </a:r>
            <a:endParaRPr dirty="0"/>
          </a:p>
        </p:txBody>
      </p:sp>
      <p:sp>
        <p:nvSpPr>
          <p:cNvPr id="222" name="Google Shape;222;p18"/>
          <p:cNvSpPr txBox="1"/>
          <p:nvPr/>
        </p:nvSpPr>
        <p:spPr>
          <a:xfrm>
            <a:off x="4663975" y="3561457"/>
            <a:ext cx="3006774" cy="258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 dirty="0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Filtering:</a:t>
            </a:r>
            <a:r>
              <a:rPr lang="en-US" sz="1200" b="0" i="0" u="none" strike="noStrike" cap="none" dirty="0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Filter rooms that </a:t>
            </a:r>
            <a:r>
              <a:rPr lang="en-US" sz="1200" dirty="0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depends on game</a:t>
            </a:r>
            <a:endParaRPr dirty="0"/>
          </a:p>
        </p:txBody>
      </p:sp>
      <p:sp>
        <p:nvSpPr>
          <p:cNvPr id="223" name="Google Shape;223;p18"/>
          <p:cNvSpPr txBox="1"/>
          <p:nvPr/>
        </p:nvSpPr>
        <p:spPr>
          <a:xfrm>
            <a:off x="4663975" y="4083248"/>
            <a:ext cx="3006774" cy="517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 dirty="0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Room Card:</a:t>
            </a:r>
            <a:r>
              <a:rPr lang="en-US" sz="1200" b="0" i="0" u="none" strike="noStrike" cap="none" dirty="0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Displays Room Name, Player Count.</a:t>
            </a:r>
            <a:endParaRPr dirty="0"/>
          </a:p>
        </p:txBody>
      </p:sp>
      <p:pic>
        <p:nvPicPr>
          <p:cNvPr id="224" name="Google Shape;224;p18" descr="image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8513712" y="2557611"/>
            <a:ext cx="257175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18"/>
          <p:cNvSpPr txBox="1"/>
          <p:nvPr/>
        </p:nvSpPr>
        <p:spPr>
          <a:xfrm>
            <a:off x="8547050" y="3252936"/>
            <a:ext cx="3006625" cy="4265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 dirty="0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Create:</a:t>
            </a:r>
            <a:r>
              <a:rPr lang="en-US" sz="1200" b="0" i="0" u="none" strike="noStrike" cap="none" dirty="0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Define Room Name, Team Size, and Requirements.</a:t>
            </a:r>
            <a:endParaRPr dirty="0"/>
          </a:p>
        </p:txBody>
      </p:sp>
      <p:sp>
        <p:nvSpPr>
          <p:cNvPr id="226" name="Google Shape;226;p18"/>
          <p:cNvSpPr txBox="1"/>
          <p:nvPr/>
        </p:nvSpPr>
        <p:spPr>
          <a:xfrm>
            <a:off x="8547050" y="3774727"/>
            <a:ext cx="3006625" cy="213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Lobby:</a:t>
            </a:r>
            <a:r>
              <a:rPr lang="en-US" sz="1200" b="0" i="0" u="none" strike="noStrike" cap="none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View participant list.</a:t>
            </a:r>
            <a:endParaRPr/>
          </a:p>
        </p:txBody>
      </p:sp>
      <p:sp>
        <p:nvSpPr>
          <p:cNvPr id="227" name="Google Shape;227;p18"/>
          <p:cNvSpPr txBox="1"/>
          <p:nvPr/>
        </p:nvSpPr>
        <p:spPr>
          <a:xfrm>
            <a:off x="8547050" y="4083248"/>
            <a:ext cx="3006625" cy="4265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 dirty="0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Actions:</a:t>
            </a:r>
            <a:r>
              <a:rPr lang="en-US" sz="1200" b="0" i="0" u="none" strike="noStrike" cap="none" dirty="0">
                <a:solidFill>
                  <a:srgbClr val="CBD5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Invite Friends, Leave Room, and In-Room Chat.</a:t>
            </a:r>
            <a:endParaRPr dirty="0"/>
          </a:p>
        </p:txBody>
      </p:sp>
      <p:sp>
        <p:nvSpPr>
          <p:cNvPr id="228" name="Google Shape;228;p18"/>
          <p:cNvSpPr txBox="1"/>
          <p:nvPr/>
        </p:nvSpPr>
        <p:spPr>
          <a:xfrm>
            <a:off x="638175" y="3252936"/>
            <a:ext cx="47625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A855F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›</a:t>
            </a:r>
            <a:endParaRPr/>
          </a:p>
        </p:txBody>
      </p:sp>
      <p:sp>
        <p:nvSpPr>
          <p:cNvPr id="229" name="Google Shape;229;p18"/>
          <p:cNvSpPr txBox="1"/>
          <p:nvPr/>
        </p:nvSpPr>
        <p:spPr>
          <a:xfrm>
            <a:off x="638175" y="3561457"/>
            <a:ext cx="47625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A855F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›</a:t>
            </a:r>
            <a:endParaRPr/>
          </a:p>
        </p:txBody>
      </p:sp>
      <p:sp>
        <p:nvSpPr>
          <p:cNvPr id="230" name="Google Shape;230;p18"/>
          <p:cNvSpPr txBox="1"/>
          <p:nvPr/>
        </p:nvSpPr>
        <p:spPr>
          <a:xfrm>
            <a:off x="638175" y="4083248"/>
            <a:ext cx="47625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A855F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›</a:t>
            </a:r>
            <a:endParaRPr/>
          </a:p>
        </p:txBody>
      </p:sp>
      <p:sp>
        <p:nvSpPr>
          <p:cNvPr id="231" name="Google Shape;231;p18"/>
          <p:cNvSpPr txBox="1"/>
          <p:nvPr/>
        </p:nvSpPr>
        <p:spPr>
          <a:xfrm>
            <a:off x="4521100" y="3252936"/>
            <a:ext cx="47625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3B82F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›</a:t>
            </a:r>
            <a:endParaRPr/>
          </a:p>
        </p:txBody>
      </p:sp>
      <p:sp>
        <p:nvSpPr>
          <p:cNvPr id="232" name="Google Shape;232;p18"/>
          <p:cNvSpPr txBox="1"/>
          <p:nvPr/>
        </p:nvSpPr>
        <p:spPr>
          <a:xfrm>
            <a:off x="4521100" y="3561457"/>
            <a:ext cx="47625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3B82F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›</a:t>
            </a:r>
            <a:endParaRPr/>
          </a:p>
        </p:txBody>
      </p:sp>
      <p:sp>
        <p:nvSpPr>
          <p:cNvPr id="233" name="Google Shape;233;p18"/>
          <p:cNvSpPr txBox="1"/>
          <p:nvPr/>
        </p:nvSpPr>
        <p:spPr>
          <a:xfrm>
            <a:off x="4521100" y="4083248"/>
            <a:ext cx="47625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3B82F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›</a:t>
            </a:r>
            <a:endParaRPr/>
          </a:p>
        </p:txBody>
      </p:sp>
      <p:sp>
        <p:nvSpPr>
          <p:cNvPr id="234" name="Google Shape;234;p18"/>
          <p:cNvSpPr txBox="1"/>
          <p:nvPr/>
        </p:nvSpPr>
        <p:spPr>
          <a:xfrm>
            <a:off x="8404175" y="3252936"/>
            <a:ext cx="47625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22C55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›</a:t>
            </a:r>
            <a:endParaRPr/>
          </a:p>
        </p:txBody>
      </p:sp>
      <p:sp>
        <p:nvSpPr>
          <p:cNvPr id="235" name="Google Shape;235;p18"/>
          <p:cNvSpPr txBox="1"/>
          <p:nvPr/>
        </p:nvSpPr>
        <p:spPr>
          <a:xfrm>
            <a:off x="8404175" y="3774727"/>
            <a:ext cx="47625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22C55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›</a:t>
            </a:r>
            <a:endParaRPr/>
          </a:p>
        </p:txBody>
      </p:sp>
      <p:sp>
        <p:nvSpPr>
          <p:cNvPr id="236" name="Google Shape;236;p18"/>
          <p:cNvSpPr txBox="1"/>
          <p:nvPr/>
        </p:nvSpPr>
        <p:spPr>
          <a:xfrm>
            <a:off x="8404175" y="4083248"/>
            <a:ext cx="47625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22C55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›</a:t>
            </a:r>
            <a:endParaRPr/>
          </a:p>
        </p:txBody>
      </p:sp>
      <p:sp>
        <p:nvSpPr>
          <p:cNvPr id="237" name="Google Shape;237;p18"/>
          <p:cNvSpPr txBox="1"/>
          <p:nvPr/>
        </p:nvSpPr>
        <p:spPr>
          <a:xfrm>
            <a:off x="581025" y="295275"/>
            <a:ext cx="11610975" cy="5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A855F7"/>
                </a:solidFill>
                <a:latin typeface="Poppins"/>
                <a:ea typeface="Poppins"/>
                <a:cs typeface="Poppins"/>
                <a:sym typeface="Poppins"/>
              </a:rPr>
              <a:t>Application Walkthrough: Part 2</a:t>
            </a:r>
            <a:endParaRPr/>
          </a:p>
        </p:txBody>
      </p:sp>
      <p:sp>
        <p:nvSpPr>
          <p:cNvPr id="238" name="Google Shape;238;p18"/>
          <p:cNvSpPr/>
          <p:nvPr/>
        </p:nvSpPr>
        <p:spPr>
          <a:xfrm>
            <a:off x="390525" y="295275"/>
            <a:ext cx="95250" cy="52387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8"/>
          <p:cNvSpPr txBox="1"/>
          <p:nvPr/>
        </p:nvSpPr>
        <p:spPr>
          <a:xfrm>
            <a:off x="4896891" y="6315075"/>
            <a:ext cx="2398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283</Words>
  <Application>Microsoft Macintosh PowerPoint</Application>
  <PresentationFormat>Widescreen</PresentationFormat>
  <Paragraphs>51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Poppins</vt:lpstr>
      <vt:lpstr>Arial</vt:lpstr>
      <vt:lpstr>Times New Roman</vt:lpstr>
      <vt:lpstr>Calibri</vt:lpstr>
      <vt:lpstr>Times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Ido Ben bassat</cp:lastModifiedBy>
  <cp:revision>1</cp:revision>
  <dcterms:modified xsi:type="dcterms:W3CDTF">2026-01-08T07:38:09Z</dcterms:modified>
</cp:coreProperties>
</file>