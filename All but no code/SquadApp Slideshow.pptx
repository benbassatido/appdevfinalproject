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oppi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4.png"/><Relationship Id="rId21" Type="http://schemas.openxmlformats.org/officeDocument/2006/relationships/image" Target="../media/image29.png"/><Relationship Id="rId24" Type="http://schemas.openxmlformats.org/officeDocument/2006/relationships/image" Target="../media/image54.png"/><Relationship Id="rId23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Relationship Id="rId26" Type="http://schemas.openxmlformats.org/officeDocument/2006/relationships/image" Target="../media/image49.png"/><Relationship Id="rId25" Type="http://schemas.openxmlformats.org/officeDocument/2006/relationships/image" Target="../media/image35.png"/><Relationship Id="rId28" Type="http://schemas.openxmlformats.org/officeDocument/2006/relationships/image" Target="../media/image28.png"/><Relationship Id="rId27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13" Type="http://schemas.openxmlformats.org/officeDocument/2006/relationships/image" Target="../media/image14.png"/><Relationship Id="rId12" Type="http://schemas.openxmlformats.org/officeDocument/2006/relationships/image" Target="../media/image20.png"/><Relationship Id="rId15" Type="http://schemas.openxmlformats.org/officeDocument/2006/relationships/image" Target="../media/image41.png"/><Relationship Id="rId14" Type="http://schemas.openxmlformats.org/officeDocument/2006/relationships/image" Target="../media/image24.png"/><Relationship Id="rId17" Type="http://schemas.openxmlformats.org/officeDocument/2006/relationships/image" Target="../media/image32.png"/><Relationship Id="rId16" Type="http://schemas.openxmlformats.org/officeDocument/2006/relationships/image" Target="../media/image22.png"/><Relationship Id="rId19" Type="http://schemas.openxmlformats.org/officeDocument/2006/relationships/image" Target="../media/image16.png"/><Relationship Id="rId1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9" Type="http://schemas.openxmlformats.org/officeDocument/2006/relationships/image" Target="../media/image47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37.png"/><Relationship Id="rId8" Type="http://schemas.openxmlformats.org/officeDocument/2006/relationships/image" Target="../media/image43.png"/><Relationship Id="rId11" Type="http://schemas.openxmlformats.org/officeDocument/2006/relationships/image" Target="../media/image50.png"/><Relationship Id="rId10" Type="http://schemas.openxmlformats.org/officeDocument/2006/relationships/image" Target="../media/image31.png"/><Relationship Id="rId12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9" Type="http://schemas.openxmlformats.org/officeDocument/2006/relationships/image" Target="../media/image47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43.png"/><Relationship Id="rId11" Type="http://schemas.openxmlformats.org/officeDocument/2006/relationships/image" Target="../media/image55.png"/><Relationship Id="rId10" Type="http://schemas.openxmlformats.org/officeDocument/2006/relationships/image" Target="../media/image53.png"/><Relationship Id="rId1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538" y="1683097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762118" y="2826097"/>
            <a:ext cx="46677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b="1" lang="en-US" sz="63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73251" y="4188172"/>
            <a:ext cx="4445347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CBD5E1"/>
                </a:solidFill>
                <a:latin typeface="Times"/>
                <a:ea typeface="Times"/>
                <a:cs typeface="Times"/>
                <a:sym typeface="Times"/>
              </a:rPr>
              <a:t>"Find your next teammates."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73251" y="4927252"/>
            <a:ext cx="44453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IDO BEN BASSAT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737544"/>
            <a:ext cx="5514975" cy="2097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7544"/>
            <a:ext cx="5514975" cy="20971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3175694"/>
            <a:ext cx="49906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3661469"/>
            <a:ext cx="47529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Discord and WhatsApp groups are flooded with noise. Gamers spend too much time searching and filtering for players who want to play specific modes or ranks.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0" y="3175694"/>
            <a:ext cx="499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The Squad</a:t>
            </a:r>
            <a:r>
              <a:rPr b="1" lang="en-US" sz="18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App</a:t>
            </a: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 Edge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3661469"/>
            <a:ext cx="47529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precision-driven platform for instant team matching. We focus on mode-specific rooms and cross-game social persistence to get you in the game faster.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95275"/>
            <a:ext cx="11610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Market Need &amp; Solution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390525" y="295275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772816"/>
            <a:ext cx="3676650" cy="2026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675" y="2772816"/>
            <a:ext cx="3676650" cy="2026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772816"/>
            <a:ext cx="3676650" cy="2026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" y="3029991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647700" y="3477666"/>
            <a:ext cx="3320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Core Features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7700" y="3963441"/>
            <a:ext cx="3162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Mode-based room discovery, persistent friend lists, and custom catalogs.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4850" y="3029991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514850" y="3477666"/>
            <a:ext cx="3320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Backend Stack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14850" y="3963441"/>
            <a:ext cx="3162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on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scalable Authentication and high-performance Data Storage.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0" y="3029991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382000" y="3477666"/>
            <a:ext cx="3320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Server Usage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82000" y="3963441"/>
            <a:ext cx="3162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secure user authentication, profile data management, and friend relationship mapping.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295275"/>
            <a:ext cx="11610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Infrastructure &amp; Capabilities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90525" y="295275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225" y="1208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800" y="3228438"/>
            <a:ext cx="1524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6880748">
            <a:off x="4764486" y="3624277"/>
            <a:ext cx="2585627" cy="43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0" y="3214988"/>
            <a:ext cx="1524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0" y="1940450"/>
            <a:ext cx="2667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0" y="2613825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488" y="3337975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57488" y="410370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57488" y="479050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67488" y="190500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67488" y="2600325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67475" y="3348038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67488" y="409575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67488" y="4780975"/>
            <a:ext cx="2667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9334500" y="3505425"/>
            <a:ext cx="285900" cy="1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10372725" y="3828525"/>
            <a:ext cx="19200" cy="523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98793" y="20738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38612" y="2354788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479750" y="27376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38612" y="305222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489265" y="346180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38612" y="3800900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131800" y="3252300"/>
            <a:ext cx="11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Friends List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498798" y="42275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38612" y="457092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479750" y="491432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 rot="-3383107">
            <a:off x="6520039" y="2250887"/>
            <a:ext cx="213242" cy="341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310735" y="12287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48625" y="233362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486651" y="272415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48612" y="300037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301208" y="347186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48612" y="3800900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802425" y="3254925"/>
            <a:ext cx="1220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Room</a:t>
            </a:r>
            <a:endParaRPr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395269" y="421957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48612" y="457092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414330" y="49143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81025" y="295275"/>
            <a:ext cx="11610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Application Flowchart (Game-Agnostic)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390525" y="295275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423800" y="3505425"/>
            <a:ext cx="433800" cy="1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334475" y="4342725"/>
            <a:ext cx="1057500" cy="1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452836"/>
            <a:ext cx="3644800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3450" y="2452836"/>
            <a:ext cx="3644949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525" y="2452836"/>
            <a:ext cx="3644800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27004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257300" y="2810023"/>
            <a:ext cx="14701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 / Register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1100" y="27004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140225" y="2810023"/>
            <a:ext cx="11601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Onboarding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4175" y="27004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9023300" y="2810023"/>
            <a:ext cx="16702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 Dashboard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8243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781050" y="3519636"/>
            <a:ext cx="3006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Email/Username &amp; Password inputs for secure access.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81050" y="4041427"/>
            <a:ext cx="3006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Distinct "Login" and "Register" actions.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81050" y="4563219"/>
            <a:ext cx="300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30638" y="2824311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4663975" y="3519636"/>
            <a:ext cx="300677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Users search and select their favorite games.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4663975" y="4041427"/>
            <a:ext cx="300677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Adds selected games to the user's "Favorites" list.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663975" y="4563219"/>
            <a:ext cx="3006774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"Continue" button to complete setup.</a:t>
            </a:r>
            <a:endParaRPr/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3712" y="2824311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8547050" y="3519636"/>
            <a:ext cx="3006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Greeting: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Personalized welcome message.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547050" y="3828157"/>
            <a:ext cx="300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547050" y="3828152"/>
            <a:ext cx="3006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Quick links to Favorites, Friends, and Find Rooms.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38175" y="35196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38175" y="4041427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4521100" y="35196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521100" y="4041427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4521100" y="4563219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404175" y="35196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404175" y="3828157"/>
            <a:ext cx="4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404175" y="3828147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581025" y="295275"/>
            <a:ext cx="11610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Application Walkthrough: Part 1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390525" y="295275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4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186136"/>
            <a:ext cx="3644800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3450" y="2186136"/>
            <a:ext cx="3644949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525" y="2186136"/>
            <a:ext cx="3644800" cy="2666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24337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1257300" y="2543323"/>
            <a:ext cx="15001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Friends &amp; Social</a:t>
            </a:r>
            <a:endParaRPr/>
          </a:p>
        </p:txBody>
      </p:sp>
      <p:pic>
        <p:nvPicPr>
          <p:cNvPr descr="image.png" id="212" name="Google Shape;21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1100" y="24337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5140225" y="2543323"/>
            <a:ext cx="18102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Rooms &amp; Discovery</a:t>
            </a:r>
            <a:endParaRPr/>
          </a:p>
        </p:txBody>
      </p:sp>
      <p:pic>
        <p:nvPicPr>
          <p:cNvPr descr="image.png" id="214" name="Google Shape;21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4175" y="243378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9023300" y="2543323"/>
            <a:ext cx="1480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Lobby &amp; Create</a:t>
            </a:r>
            <a:endParaRPr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255761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781050" y="3252936"/>
            <a:ext cx="3006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users by name.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81050" y="3561457"/>
            <a:ext cx="300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View: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Name</a:t>
            </a:r>
            <a:r>
              <a:rPr lang="en-US" sz="12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81050" y="4083248"/>
            <a:ext cx="3006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Toggle between "Friends" list and "Friend Requests".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4925" y="25576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4663975" y="3252936"/>
            <a:ext cx="3006774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 Select: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Choose Casual or Competitive.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4663975" y="3561457"/>
            <a:ext cx="300677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Filter rooms by team size (Duo/Trio/Squad).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4663975" y="4083248"/>
            <a:ext cx="300677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 Card: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Displays Room Name, Player Count (2/4), and Mic Requirements.</a:t>
            </a:r>
            <a:endParaRPr/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3712" y="2557611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8547050" y="3252936"/>
            <a:ext cx="3006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 Room Name, Team Size, and Requirements.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547050" y="3774727"/>
            <a:ext cx="3006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Lobby: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 participant list.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8547050" y="4083248"/>
            <a:ext cx="3006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Invite Friends, Leave Room, and In-Room Chat.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38175" y="32529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38175" y="3561457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38175" y="4083248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4521100" y="32529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4521100" y="3561457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4521100" y="4083248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8404175" y="3252936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404175" y="3774727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8404175" y="4083248"/>
            <a:ext cx="4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›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581025" y="295275"/>
            <a:ext cx="11610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Application Walkthrough: Part 2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390525" y="295275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896891" y="6315075"/>
            <a:ext cx="239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